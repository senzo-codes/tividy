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9"/>
  </p:notesMasterIdLst>
  <p:handoutMasterIdLst>
    <p:handoutMasterId r:id="rId10"/>
  </p:handoutMasterIdLst>
  <p:sldIdLst>
    <p:sldId id="256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TIVIDY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A GENERIC workflow system 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173F-EFE2-FDE8-74BC-EEE17364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REUSABLE WORKFLOW ENGINE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7015E-622B-074C-582A-C8E25C502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A </a:t>
            </a:r>
            <a:r>
              <a:rPr lang="en-GB" sz="2800" b="1" dirty="0"/>
              <a:t>reusable workflow engine </a:t>
            </a:r>
            <a:r>
              <a:rPr lang="en-GB" sz="2800" dirty="0"/>
              <a:t>is a software system that allows you to define, execute, and manage a sequence of tasks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that can be reused for different purposes without having to rewrite the whole entire process each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/>
              <a:t>Example:  </a:t>
            </a:r>
            <a:r>
              <a:rPr lang="en-GB" sz="2200" dirty="0"/>
              <a:t>A university has to process thousands of applications of students. This is done using a certain order of actions. So instead of writing a new program for each application, the university can use a reusable workflow engine to execute the same general steps for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3930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A6E9-9930-5A4A-BC81-2492F154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Chosen scenarios of our choice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997F8-C72B-67F0-ABC9-41F82EB69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Scenario 1: Insurance Claim</a:t>
            </a:r>
          </a:p>
          <a:p>
            <a:pPr marL="0" indent="0">
              <a:buNone/>
            </a:pPr>
            <a:r>
              <a:rPr lang="en-GB" sz="2000" dirty="0"/>
              <a:t>From the time an insurance claim application is received, we demonstrate how it should be handled using our design. Moving seamlessly from submission and validation to assignment and payout.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b="1" dirty="0"/>
              <a:t>Scenario II: Manufacturing </a:t>
            </a:r>
          </a:p>
          <a:p>
            <a:pPr marL="0" indent="0">
              <a:buNone/>
            </a:pPr>
            <a:r>
              <a:rPr lang="en-ZA" sz="2000" dirty="0"/>
              <a:t>Given raw materials, we illustrate how a product is formed through a series of steps that are predefined.  </a:t>
            </a:r>
          </a:p>
        </p:txBody>
      </p:sp>
    </p:spTree>
    <p:extLst>
      <p:ext uri="{BB962C8B-B14F-4D97-AF65-F5344CB8AC3E}">
        <p14:creationId xmlns:p14="http://schemas.microsoft.com/office/powerpoint/2010/main" val="131269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bg2"/>
                </a:solidFill>
              </a:rPr>
              <a:t>On to the next part of the demo,  so sit  tight and enjoy the ride !!!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112</TotalTime>
  <Words>185</Words>
  <Application>Microsoft Office PowerPoint</Application>
  <PresentationFormat>Widescreen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Gill Sans MT</vt:lpstr>
      <vt:lpstr>Wingdings 2</vt:lpstr>
      <vt:lpstr>Custom</vt:lpstr>
      <vt:lpstr>TIVIDY</vt:lpstr>
      <vt:lpstr>A REUSABLE WORKFLOW ENGINE</vt:lpstr>
      <vt:lpstr>Chosen scenarios of our choice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Senzo Lukhele</dc:creator>
  <cp:lastModifiedBy>Senzo Lukhele</cp:lastModifiedBy>
  <cp:revision>1</cp:revision>
  <dcterms:created xsi:type="dcterms:W3CDTF">2026-10-26T18:52:25Z</dcterms:created>
  <dcterms:modified xsi:type="dcterms:W3CDTF">2026-10-26T20:44:36Z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